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CAD millions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E0E0E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Security</c:v>
                  </c:pt>
                  <c:pt idx="1">
                    <c:v>BC Place</c:v>
                  </c:pt>
                  <c:pt idx="2">
                    <c:v>Net to BC
taxpayer (high)</c:v>
                  </c:pt>
                  <c:pt idx="3">
                    <c:v>Per game
(all-Canada)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242</c:v>
                </c:pt>
                <c:pt idx="1">
                  <c:v>185</c:v>
                </c:pt>
                <c:pt idx="2">
                  <c:v>114</c:v>
                </c:pt>
                <c:pt idx="3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E0E0E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A26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DE6D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cold. Everyone here answered the brief, so did we. The event is called Vancouver Made, so we asked one question: made on what? Don't rush this. Let the question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spine. Name yourself a settler out loud here. If anyone Indigenous is in the room, this is where you invite their read. That humility is part of the 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judges cannot say we dodged the brief. We answered it harder. Hold that with a straight 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kits, one thesis. The first three ask what Vancouver is built on. The next five ask who it got built without. Pump and Dump ties money to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in whichever kit you build. My build-order pick: Kit 03 banknote (photographs best) or Kit 09 Pump and Dump (freshest). Show the physical kit or the board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hackathon judges score hardest. Their rubric says the system behind the output matters as much as the output. So we made the system legible: mimic, invert, cite.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separates a stunt from a statement. The work sits in a documented artistic tradition, including Adbusters, which was founded right here in Vancouver.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fast. We didn't fight the rubric, we won it on its own terms. Plus the bonus awards: Vancouver Narrative, Show Your Process, Use of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souvenir line and stop talking. Let it land. If pushed on 'too political': every jersey is political, most just sell the comfortable politics. Football has always been protest.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B89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VANCOUVER MADE  /  FIFA WORLD CUP 2026  /  BCIT TECH COLLIDER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13232" y="16916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EDE6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MADE </a:t>
            </a:r>
            <a:pPr indent="0" marL="0">
              <a:buNone/>
            </a:pPr>
            <a:r>
              <a:rPr lang="en-US" sz="15000" b="1" dirty="0">
                <a:solidFill>
                  <a:srgbClr val="C039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777240" y="39776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asked for the Vancouver story. We finished the sentence.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4480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B89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Made on what?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 rot="-420000">
            <a:off x="8869680" y="1417320"/>
            <a:ext cx="2743200" cy="502920"/>
          </a:xfrm>
          <a:prstGeom prst="rect">
            <a:avLst/>
          </a:prstGeom>
          <a:ln w="28575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-420000">
            <a:off x="886968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PROTEST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Kris Krug   .   settler artist   .   on unceded xʷməθkʷəy̓əm, Sḵwx̱wú7mesh, səlilwətaɬ territory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B89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TERRITORIAL STATEMENT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EDE6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Made on stolen ground.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EDE6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Made on Hogan's Alley.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C039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Made on $729 million of public money.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43434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8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Unceded Musqueam, Squamish, Tsleil-Waututh land the stadium sits on. The Black neighbourhood paved for the viaduct this World Cup drives its fans across. A public bill of up to $729M, $242M of it security, while California cities ran the same tournament on private money.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9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borrowed no sacred imagery. We used the coloniser's own paperwork instead. The receipt, the redaction, the banknote.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E0E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Everyone else made a souvenir.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E0E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 made the receipt.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697480"/>
            <a:ext cx="5257800" cy="3383280"/>
          </a:xfrm>
          <a:prstGeom prst="rect">
            <a:avLst/>
          </a:prstGeom>
          <a:solidFill>
            <a:srgbClr val="F5F1E8"/>
          </a:solidFill>
          <a:ln w="12700">
            <a:solidFill>
              <a:srgbClr val="6E66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971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6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EXPECTED KIT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356616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Mountains, ocean, the inlet at golden hour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maple leaf where the sponsor logo goes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Manufacturable, likeable, forgettable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the prompt and says nothing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2697480"/>
            <a:ext cx="5257800" cy="3383280"/>
          </a:xfrm>
          <a:prstGeom prst="rect">
            <a:avLst/>
          </a:prstGeom>
          <a:solidFill>
            <a:srgbClr val="0E0E0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971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9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KIT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356616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Vancouver story they didn't mean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public-cost data printed on the hem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coloniser's paperwork, made wearable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the prompt harder than the room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COLLECTION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0E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collection. Two racks. One argument.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89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MADE ON  —  what the city is built 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MADE ON SILENCE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bloc. The redacted document, worn.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0358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MADE ON STOLEN GROUND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 receipt. Rent never paid.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87705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MADE ON THE PUBLIC DIME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banknote. $729M as couture.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89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STREET SERIES  —  who it got built without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55080" y="21945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FORSAKEN TWICE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VPD failure, in Oppal's own words.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55080" y="29077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ACCESS: ALL AREAS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(unless you live here). The 2010 sweep, again.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55080" y="362102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STARTING FROM THE LOW $900s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Gentrification sold back as a pre-sale.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55080" y="433425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PUBLIC HEALTH EMERGENCY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Ongoing. A memorial, not a sneer.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55080" y="504748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SMART CITY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as a terms-of-service.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55080" y="576072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PUMP AND DUMP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grift, worn as the prospectus.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 KIT  —  BUILT TODAY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005840"/>
            <a:ext cx="10607040" cy="5120640"/>
          </a:xfrm>
          <a:prstGeom prst="rect">
            <a:avLst/>
          </a:prstGeom>
          <a:solidFill>
            <a:srgbClr val="F5F1E8"/>
          </a:solidFill>
          <a:ln w="25400">
            <a:solidFill>
              <a:srgbClr val="C0392B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 rot="-300000">
            <a:off x="4754880" y="1417320"/>
            <a:ext cx="2651760" cy="502920"/>
          </a:xfrm>
          <a:prstGeom prst="rect">
            <a:avLst/>
          </a:prstGeom>
          <a:ln w="28575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-300000">
            <a:off x="475488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IN ON COMMIT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0E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 HERO KIT NAME ]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CONCEPT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3337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 line: what this kit is and the con it names 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050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LOOK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40507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palette, the crest, the sponsor bar, the back nameplate 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7640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476402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the hem text / the one phrase that lands the burn 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54772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WINS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54772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novelty of output + the receipt baked into the garment ]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PROCESS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0E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receipts engine, not a t-shirt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 the official polish.  </a:t>
            </a:r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rebuilt FIFA and sponsor visual language exactly: lockups, sponsor bars, kit-maker spec type.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 the payload.  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brand message goes, the indictment goes. The Brandalism move, applied to a kit.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 in the receipt.  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on the garment carries its citation on the hem, in kit-maker spec type. The data is the craft.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5257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E6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Mined from public record: BC budget updates, the Oppal inquiry, Olympic housing data, FIFA cost reports.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866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6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PRINTED ON THE HEM  (public cost, CAD millions)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949440" y="2286000"/>
          <a:ext cx="4754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LINEAGE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0E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 didn't invent this. We joined a line.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2606040" cy="4023360"/>
          </a:xfrm>
          <a:prstGeom prst="rect">
            <a:avLst/>
          </a:prstGeom>
          <a:solidFill>
            <a:srgbClr val="F5F1E8"/>
          </a:solidFill>
          <a:ln w="12700">
            <a:solidFill>
              <a:srgbClr val="6E66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1968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 &amp; Carlos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podium as protest surface. Black socks for poverty, beads for the lynched. A uniform can carry a manifesto.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66160" y="1965960"/>
            <a:ext cx="2606040" cy="4023360"/>
          </a:xfrm>
          <a:prstGeom prst="rect">
            <a:avLst/>
          </a:prstGeom>
          <a:solidFill>
            <a:srgbClr val="F5F1E8"/>
          </a:solidFill>
          <a:ln w="12700">
            <a:solidFill>
              <a:srgbClr val="6E66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9476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1989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947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Adbusters, Vancouver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94760" y="36118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jamming born in this city. Détournement: turn a brand's own polish against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1965960"/>
            <a:ext cx="2606040" cy="4023360"/>
          </a:xfrm>
          <a:prstGeom prst="rect">
            <a:avLst/>
          </a:prstGeom>
          <a:solidFill>
            <a:srgbClr val="F5F1E8"/>
          </a:solidFill>
          <a:ln w="12700">
            <a:solidFill>
              <a:srgbClr val="6E66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2012/15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8368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Brandalism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36118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Perfect-mimicry fake ads over Olympic and COP sponsors. Official format, inverted message.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0" y="1965960"/>
            <a:ext cx="2606040" cy="4023360"/>
          </a:xfrm>
          <a:prstGeom prst="rect">
            <a:avLst/>
          </a:prstGeom>
          <a:solidFill>
            <a:srgbClr val="F5F1E8"/>
          </a:solidFill>
          <a:ln w="12700">
            <a:solidFill>
              <a:srgbClr val="6E66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7260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2010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7260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Cowichan sweater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72600" y="36118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HBC sold knockoff 'Cowichan-style' Olympic sweaters over real Coast Salish knitters. Whose culture gets sold.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RUBRIC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0E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we hit every criterion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106070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949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92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CRITERION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92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HOW WE MEET IT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Novelty of process &amp; output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kit nobody expected, built on a repeatable mimic-invert-cite method. The system is the pitch.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Vancouver Narrative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deepest Vancouver story on the floor: Hogan's Alley, the unceded ground, the $729M.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your process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wall of citations and a documented technique. The receipts are visible, not implied.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of AI / tools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visual systems rebuilt and subverted with AI design tools, cited at the garment level.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B89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RECEIPTS  —  ALL PUBLIC RECORD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$685M to $729M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8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gross BC cost for seven games. $242M security. Up to $114M net to BC taxpayers.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cities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8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 the same tournament mostly on private money.  (CBC, Globe and Mail, 2026)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Oppal inquiry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8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women were 'forsaken twice,' the VPD 'utterly failed' to warn them.  (Forsaken, 2012)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 Olympics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8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homelessness up ~373%, 1,400+ DTES units lost after a 'no displacement' pledge.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77240" y="4343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6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 asked for the Vancouver story.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4983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039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This is the part that doesn't fit on a souvenir.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 rot="-360000">
            <a:off x="9052560" y="5897880"/>
            <a:ext cx="2377440" cy="502920"/>
          </a:xfrm>
          <a:prstGeom prst="rect">
            <a:avLst/>
          </a:prstGeom>
          <a:ln w="28575">
            <a:solidFill>
              <a:srgbClr val="B89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-360000">
            <a:off x="9052560" y="5897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B89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MADE 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MADE ON</dc:title>
  <dc:subject>PptxGenJS Presentation</dc:subject>
  <dc:creator>Kris Krug</dc:creator>
  <cp:lastModifiedBy>Kris Krug</cp:lastModifiedBy>
  <cp:revision>1</cp:revision>
  <dcterms:created xsi:type="dcterms:W3CDTF">2026-06-20T16:40:49Z</dcterms:created>
  <dcterms:modified xsi:type="dcterms:W3CDTF">2026-06-20T16:40:49Z</dcterms:modified>
</cp:coreProperties>
</file>